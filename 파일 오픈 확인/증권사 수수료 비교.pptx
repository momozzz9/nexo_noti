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6CFACB-3E31-4904-82A7-0854B33627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34D2B32-3353-4C48-9CC6-B5DD934B14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3FC2FA-A092-45DE-8A28-51C1A3A19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DF3B5-845B-471B-B2E8-20DF453F35AA}" type="datetimeFigureOut">
              <a:rPr lang="ko-KR" altLang="en-US" smtClean="0"/>
              <a:t>2021-04-09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F83FD8-8F32-48DA-ACA0-D8952C36C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3AB96DC-1EDC-4B1F-BE55-94F98443C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9DB2A-F67E-4348-BB6F-89CFD1BDF0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3956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EF355D-686B-4DEB-8280-58DE19074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484C07-43BA-40A6-922E-4243004AF7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378238-ED44-4A6F-96DC-1C5A09FB0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DF3B5-845B-471B-B2E8-20DF453F35AA}" type="datetimeFigureOut">
              <a:rPr lang="ko-KR" altLang="en-US" smtClean="0"/>
              <a:t>2021-04-09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988A05-4F1C-411A-ABCB-668571D0D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17DF02-197F-4A9D-8F24-DDBAFFAC4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9DB2A-F67E-4348-BB6F-89CFD1BDF0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13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FAC137-6D45-49BB-AA48-8D031239F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8F3689-EDA9-4B25-893A-EC68677814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42B027-09C9-4FDE-8A53-D859E575C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DF3B5-845B-471B-B2E8-20DF453F35AA}" type="datetimeFigureOut">
              <a:rPr lang="ko-KR" altLang="en-US" smtClean="0"/>
              <a:t>2021-04-09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1750A4-1E44-49DF-96EF-C76820F24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63601F-03CA-4146-AF63-F0A760F09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9DB2A-F67E-4348-BB6F-89CFD1BDF0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1654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64154-956E-4A33-8B27-ADB72819F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57C3C7-15D6-4DCA-8A21-7A281FD89B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1AA9ABC-FF97-45B1-997B-335EE96DF6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5762E1E-86D8-4FD4-8EF9-99421D78C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DF3B5-845B-471B-B2E8-20DF453F35AA}" type="datetimeFigureOut">
              <a:rPr lang="ko-KR" altLang="en-US" smtClean="0"/>
              <a:t>2021-04-09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E50FC44-FFDB-4C91-A0D9-B27054402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1ED0DEC-FD93-4719-A695-7AB9BB0CC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9DB2A-F67E-4348-BB6F-89CFD1BDF0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7431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6F6E20-AFD1-4FCE-8C63-8CEBE536D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C8CE57F-5739-4F8D-B16D-3D15AFC339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83EAFB4-E4DE-4C39-80F2-5551DA2D80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DC99CAB-1387-431B-9D74-0C33A17EC7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A7CE273-209F-4073-AE61-AC4FF229CB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60DB16F-D4C4-4F7B-8B8F-78C9B391F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DF3B5-845B-471B-B2E8-20DF453F35AA}" type="datetimeFigureOut">
              <a:rPr lang="ko-KR" altLang="en-US" smtClean="0"/>
              <a:t>2021-04-09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4AAE702-1B0F-4966-867D-0A4034720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5F5EE32-108C-48DC-A219-AF2560EFE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9DB2A-F67E-4348-BB6F-89CFD1BDF0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7734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112036-9AD5-45BA-84B5-0EFC6514F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9D73A3D-AA65-412A-8DED-A8C9C570F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DF3B5-845B-471B-B2E8-20DF453F35AA}" type="datetimeFigureOut">
              <a:rPr lang="ko-KR" altLang="en-US" smtClean="0"/>
              <a:t>2021-04-09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E20785B-2861-409A-9D75-1824F2116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5EAC6A2-CADE-4005-86A7-D0B476BE8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9DB2A-F67E-4348-BB6F-89CFD1BDF0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1122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8D35575-B940-46F6-8919-FB86D6C3C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DF3B5-845B-471B-B2E8-20DF453F35AA}" type="datetimeFigureOut">
              <a:rPr lang="ko-KR" altLang="en-US" smtClean="0"/>
              <a:t>2021-04-09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31ADB50-E2B2-4D16-AA48-29C8EEE89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06F04D-7397-4BD7-BB64-1BA7F3EC3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9DB2A-F67E-4348-BB6F-89CFD1BDF0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3198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1C99BE-DD51-4CFC-97BE-74BB1054B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EEB3C1-65CE-4E66-9147-126AECFC25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7570D52-B922-4840-98FB-CA9BFAF6D3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6AB919-65AD-4CF8-B8D5-F0758D289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DF3B5-845B-471B-B2E8-20DF453F35AA}" type="datetimeFigureOut">
              <a:rPr lang="ko-KR" altLang="en-US" smtClean="0"/>
              <a:t>2021-04-09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467B4DC-AE2E-474C-9D26-0DB5129C1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B1A7AD7-510D-4EEF-B576-9E52AD4B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9DB2A-F67E-4348-BB6F-89CFD1BDF0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3283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63E530-390C-49A4-A709-66FCD3CE7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2B32A12-24D3-4215-BE65-3F292D7AE8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CFDD49F-F5F3-463E-8699-79571C1AE9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9E2B0C-BCD8-4580-BA24-C69982CEE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DF3B5-845B-471B-B2E8-20DF453F35AA}" type="datetimeFigureOut">
              <a:rPr lang="ko-KR" altLang="en-US" smtClean="0"/>
              <a:t>2021-04-09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A8563FF-39CB-4D9C-8090-1B5B037FB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9D0B923-21DC-46F9-94CC-88175B355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9DB2A-F67E-4348-BB6F-89CFD1BDF0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8126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ED65B2-A28E-4E06-A0A5-4C90EAFC5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3D76369-E073-4EB5-9186-3070B56C8F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D4D9F5-0A19-4BBE-98C2-FA2A8C757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DF3B5-845B-471B-B2E8-20DF453F35AA}" type="datetimeFigureOut">
              <a:rPr lang="ko-KR" altLang="en-US" smtClean="0"/>
              <a:t>2021-04-09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F4680A-67E1-49A9-A1BD-2299B7415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6212B2-48AA-4913-BEDA-F0D8D46D3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9DB2A-F67E-4348-BB6F-89CFD1BDF0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2997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67CC199-3ADB-4156-8A8D-C8339F3D8B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D43A1C5-6231-4B82-908B-0E283AA7C3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465CE0-3F66-4386-A478-C702DD922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DF3B5-845B-471B-B2E8-20DF453F35AA}" type="datetimeFigureOut">
              <a:rPr lang="ko-KR" altLang="en-US" smtClean="0"/>
              <a:t>2021-04-09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8D86A7-472F-476D-B30D-B4C852FCA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91383F-B05B-431F-95D1-881CE18AB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9DB2A-F67E-4348-BB6F-89CFD1BDF0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3380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8A01B6A-1D9A-42DE-88A3-8408BCEAD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F9F97A0-5974-4DF8-9324-497CB1F855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DBA5EF-866F-43FD-BF71-E3826C28B7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6DF3B5-845B-471B-B2E8-20DF453F35AA}" type="datetimeFigureOut">
              <a:rPr lang="ko-KR" altLang="en-US" smtClean="0"/>
              <a:t>2021-04-09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12661F-DCF8-484F-A8AC-33380D3435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61E2FE-AD5E-4F04-8E04-37EAC3451F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39DB2A-F67E-4348-BB6F-89CFD1BDF0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3832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37ACE69-77B1-4F00-B6B0-EC7E72E6F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498" y="165099"/>
            <a:ext cx="6667500" cy="6181725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52466B09-302D-4CDC-A30C-C82E2E6CA652}"/>
              </a:ext>
            </a:extLst>
          </p:cNvPr>
          <p:cNvSpPr/>
          <p:nvPr/>
        </p:nvSpPr>
        <p:spPr>
          <a:xfrm>
            <a:off x="386569" y="2861679"/>
            <a:ext cx="6484013" cy="4016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25083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31625923-C0AD-4E42-B60B-5B24037BA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351" y="216147"/>
            <a:ext cx="6781800" cy="6257925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B7B715D5-B82C-4805-90D8-8A3A4780BEA4}"/>
              </a:ext>
            </a:extLst>
          </p:cNvPr>
          <p:cNvSpPr/>
          <p:nvPr/>
        </p:nvSpPr>
        <p:spPr>
          <a:xfrm>
            <a:off x="604683" y="1373697"/>
            <a:ext cx="6635016" cy="3292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10672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03EE3EF-77C1-45E7-9730-DC464A874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086" y="500062"/>
            <a:ext cx="6753225" cy="5857875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24816ECC-7644-483D-9B32-447CD7538D1E}"/>
              </a:ext>
            </a:extLst>
          </p:cNvPr>
          <p:cNvSpPr/>
          <p:nvPr/>
        </p:nvSpPr>
        <p:spPr>
          <a:xfrm>
            <a:off x="948633" y="1904302"/>
            <a:ext cx="2138516" cy="3942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F29CD4-C153-417A-B9D3-9F60327EC6B6}"/>
              </a:ext>
            </a:extLst>
          </p:cNvPr>
          <p:cNvSpPr txBox="1"/>
          <p:nvPr/>
        </p:nvSpPr>
        <p:spPr>
          <a:xfrm>
            <a:off x="2340528" y="1947554"/>
            <a:ext cx="6527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(</a:t>
            </a:r>
            <a:r>
              <a:rPr lang="ko-KR" altLang="en-US" sz="1400" dirty="0"/>
              <a:t>나무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2821798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와이드스크린</PresentationFormat>
  <Paragraphs>1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MSJ</dc:creator>
  <cp:lastModifiedBy>MSJ</cp:lastModifiedBy>
  <cp:revision>1</cp:revision>
  <dcterms:created xsi:type="dcterms:W3CDTF">2021-04-09T14:34:46Z</dcterms:created>
  <dcterms:modified xsi:type="dcterms:W3CDTF">2021-04-09T14:35:37Z</dcterms:modified>
</cp:coreProperties>
</file>